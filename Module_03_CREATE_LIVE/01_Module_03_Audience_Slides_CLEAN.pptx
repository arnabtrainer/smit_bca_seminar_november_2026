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in_Action_Module_3/02_Reference_Images/S04_Impact.jpg">    </p:cNvPr>
          <p:cNvPicPr>
            <a:picLocks noChangeAspect="1"/>
          </p:cNvPicPr>
          <p:nvPr/>
        </p:nvPicPr>
        <p:blipFill>
          <a:blip r:embed="rId1"/>
          <a:srcRect l="0" r="0" t="27" b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72C">
              <a:alpha val="54000"/>
            </a:srgbClr>
          </a:solidFill>
          <a:ln w="12700">
            <a:solidFill>
              <a:srgbClr val="07172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04088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8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85800" y="150876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HELP</a:t>
            </a:r>
            <a:endParaRPr lang="en-US" sz="4500" dirty="0"/>
          </a:p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 CREATE</a:t>
            </a:r>
            <a:endParaRPr lang="en-US" sz="4500" dirty="0"/>
          </a:p>
        </p:txBody>
      </p:sp>
      <p:sp>
        <p:nvSpPr>
          <p:cNvPr id="6" name="Shape 3"/>
          <p:cNvSpPr/>
          <p:nvPr/>
        </p:nvSpPr>
        <p:spPr>
          <a:xfrm>
            <a:off x="713232" y="3840480"/>
            <a:ext cx="960120" cy="73152"/>
          </a:xfrm>
          <a:prstGeom prst="rect">
            <a:avLst/>
          </a:prstGeom>
          <a:solidFill>
            <a:srgbClr val="F8C56A"/>
          </a:solidFill>
          <a:ln w="12700">
            <a:solidFill>
              <a:srgbClr val="F8C56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2376" y="4133088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IMAGINATION TO A CINEMATIC SHORT FILM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22376" y="4892040"/>
            <a:ext cx="7132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Idea Can Change Tomorrow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/  LEARN • CREATE • BUILD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0" y="26517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CREATIVE PROCESS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515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idea. Four creative steps.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9961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workflow for turning a story into an original short film.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" y="2240280"/>
            <a:ext cx="2633472" cy="3154680"/>
          </a:xfrm>
          <a:prstGeom prst="roundRect">
            <a:avLst>
              <a:gd name="adj" fmla="val 4514"/>
            </a:avLst>
          </a:prstGeom>
          <a:solidFill>
            <a:srgbClr val="102E4A"/>
          </a:solidFill>
          <a:ln w="12700">
            <a:solidFill>
              <a:srgbClr val="102E4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514600"/>
            <a:ext cx="457200" cy="448056"/>
          </a:xfrm>
          <a:prstGeom prst="roundRect">
            <a:avLst>
              <a:gd name="adj" fmla="val 30612"/>
            </a:avLst>
          </a:prstGeom>
          <a:solidFill>
            <a:srgbClr val="28C6D8"/>
          </a:solidFill>
          <a:ln w="12700">
            <a:solidFill>
              <a:srgbClr val="28C6D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57860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717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08176" y="250545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Imagine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23544" y="3182112"/>
            <a:ext cx="2011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your message and outline the story.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01568" y="2240280"/>
            <a:ext cx="2633472" cy="3154680"/>
          </a:xfrm>
          <a:prstGeom prst="roundRect">
            <a:avLst>
              <a:gd name="adj" fmla="val 4514"/>
            </a:avLst>
          </a:prstGeom>
          <a:solidFill>
            <a:srgbClr val="102E4A"/>
          </a:solidFill>
          <a:ln w="12700">
            <a:solidFill>
              <a:srgbClr val="102E4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2514600"/>
            <a:ext cx="457200" cy="448056"/>
          </a:xfrm>
          <a:prstGeom prst="roundRect">
            <a:avLst>
              <a:gd name="adj" fmla="val 30612"/>
            </a:avLst>
          </a:prstGeom>
          <a:solidFill>
            <a:srgbClr val="28C6D8"/>
          </a:solidFill>
          <a:ln w="12700">
            <a:solidFill>
              <a:srgbClr val="28C6D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58184" y="257860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717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97096" y="250545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12464" y="3182112"/>
            <a:ext cx="2011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prompts for scenes, movement and style.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0488" y="2240280"/>
            <a:ext cx="2633472" cy="3154680"/>
          </a:xfrm>
          <a:prstGeom prst="roundRect">
            <a:avLst>
              <a:gd name="adj" fmla="val 4514"/>
            </a:avLst>
          </a:prstGeom>
          <a:solidFill>
            <a:srgbClr val="102E4A"/>
          </a:solidFill>
          <a:ln w="12700">
            <a:solidFill>
              <a:srgbClr val="102E4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514600"/>
            <a:ext cx="457200" cy="448056"/>
          </a:xfrm>
          <a:prstGeom prst="roundRect">
            <a:avLst>
              <a:gd name="adj" fmla="val 30612"/>
            </a:avLst>
          </a:prstGeom>
          <a:solidFill>
            <a:srgbClr val="28C6D8"/>
          </a:solidFill>
          <a:ln w="12700">
            <a:solidFill>
              <a:srgbClr val="28C6D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257860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717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86016" y="250545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01384" y="3182112"/>
            <a:ext cx="2011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short clips with an AI video model.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979408" y="2240280"/>
            <a:ext cx="2596896" cy="3154680"/>
          </a:xfrm>
          <a:prstGeom prst="roundRect">
            <a:avLst>
              <a:gd name="adj" fmla="val 4577"/>
            </a:avLst>
          </a:prstGeom>
          <a:solidFill>
            <a:srgbClr val="102E4A"/>
          </a:solidFill>
          <a:ln w="12700">
            <a:solidFill>
              <a:srgbClr val="102E4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9720" y="2514600"/>
            <a:ext cx="457200" cy="448056"/>
          </a:xfrm>
          <a:prstGeom prst="roundRect">
            <a:avLst>
              <a:gd name="adj" fmla="val 30612"/>
            </a:avLst>
          </a:prstGeom>
          <a:solidFill>
            <a:srgbClr val="28C6D8"/>
          </a:solidFill>
          <a:ln w="12700">
            <a:solidFill>
              <a:srgbClr val="28C6D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36024" y="257860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717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74936" y="2505456"/>
            <a:ext cx="1563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Polish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90304" y="3182112"/>
            <a:ext cx="19751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clips, captions, audio and titles.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2700">
            <a:solidFill>
              <a:srgbClr val="34516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HELP ME CREATE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128248" y="65562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/  LEARN • CREATE • BUILD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0" y="26517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FOUR-SCENE STORY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515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Idea Can Change Tomorrow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9961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narrative anyone can adapt to learning, work or creative projects.</a:t>
            </a:r>
            <a:endParaRPr lang="en-US" sz="1500" dirty="0"/>
          </a:p>
        </p:txBody>
      </p:sp>
      <p:pic>
        <p:nvPicPr>
          <p:cNvPr id="6" name="Image 0" descr="/mnt/data/AI_in_Action_Module_3/02_Reference_Images/S01_Curiosity.jpg">    </p:cNvPr>
          <p:cNvPicPr>
            <a:picLocks noChangeAspect="1"/>
          </p:cNvPicPr>
          <p:nvPr/>
        </p:nvPicPr>
        <p:blipFill>
          <a:blip r:embed="rId1"/>
          <a:srcRect l="0" r="0" t="21085" b="21085"/>
          <a:stretch/>
        </p:blipFill>
        <p:spPr>
          <a:xfrm>
            <a:off x="585216" y="2084832"/>
            <a:ext cx="5422392" cy="1764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5216" y="3136392"/>
            <a:ext cx="5422392" cy="713232"/>
          </a:xfrm>
          <a:prstGeom prst="rect">
            <a:avLst/>
          </a:prstGeom>
          <a:solidFill>
            <a:srgbClr val="07172C">
              <a:alpha val="82000"/>
            </a:srgbClr>
          </a:solidFill>
          <a:ln w="12700">
            <a:solidFill>
              <a:srgbClr val="07172C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3246120"/>
            <a:ext cx="5093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CURIOSITY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3502152"/>
            <a:ext cx="5093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idea begins with a question</a:t>
            </a:r>
            <a:endParaRPr lang="en-US" sz="1000" dirty="0"/>
          </a:p>
        </p:txBody>
      </p:sp>
      <p:pic>
        <p:nvPicPr>
          <p:cNvPr id="10" name="Image 1" descr="/mnt/data/AI_in_Action_Module_3/02_Reference_Images/S02_Imagination.jpg">    </p:cNvPr>
          <p:cNvPicPr>
            <a:picLocks noChangeAspect="1"/>
          </p:cNvPicPr>
          <p:nvPr/>
        </p:nvPicPr>
        <p:blipFill>
          <a:blip r:embed="rId2"/>
          <a:srcRect l="0" r="0" t="21085" b="21085"/>
          <a:stretch/>
        </p:blipFill>
        <p:spPr>
          <a:xfrm>
            <a:off x="6126480" y="2084832"/>
            <a:ext cx="5422392" cy="17647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126480" y="3136392"/>
            <a:ext cx="5422392" cy="713232"/>
          </a:xfrm>
          <a:prstGeom prst="rect">
            <a:avLst/>
          </a:prstGeom>
          <a:solidFill>
            <a:srgbClr val="07172C">
              <a:alpha val="82000"/>
            </a:srgbClr>
          </a:solidFill>
          <a:ln w="12700">
            <a:solidFill>
              <a:srgbClr val="07172C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291072" y="3246120"/>
            <a:ext cx="5093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IMAGINATION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291072" y="3502152"/>
            <a:ext cx="5093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Picture a new possibility</a:t>
            </a:r>
            <a:endParaRPr lang="en-US" sz="1000" dirty="0"/>
          </a:p>
        </p:txBody>
      </p:sp>
      <p:pic>
        <p:nvPicPr>
          <p:cNvPr id="14" name="Image 2" descr="/mnt/data/AI_in_Action_Module_3/02_Reference_Images/S03_Creation.jpg">    </p:cNvPr>
          <p:cNvPicPr>
            <a:picLocks noChangeAspect="1"/>
          </p:cNvPicPr>
          <p:nvPr/>
        </p:nvPicPr>
        <p:blipFill>
          <a:blip r:embed="rId3"/>
          <a:srcRect l="0" r="0" t="21085" b="21085"/>
          <a:stretch/>
        </p:blipFill>
        <p:spPr>
          <a:xfrm>
            <a:off x="585216" y="4160520"/>
            <a:ext cx="5422392" cy="176479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85216" y="5212080"/>
            <a:ext cx="5422392" cy="713232"/>
          </a:xfrm>
          <a:prstGeom prst="rect">
            <a:avLst/>
          </a:prstGeom>
          <a:solidFill>
            <a:srgbClr val="07172C">
              <a:alpha val="82000"/>
            </a:srgbClr>
          </a:solidFill>
          <a:ln w="12700">
            <a:solidFill>
              <a:srgbClr val="07172C">
                <a:alpha val="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49808" y="5321808"/>
            <a:ext cx="5093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49808" y="5577840"/>
            <a:ext cx="5093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improve and collaborate</a:t>
            </a:r>
            <a:endParaRPr lang="en-US" sz="1000" dirty="0"/>
          </a:p>
        </p:txBody>
      </p:sp>
      <p:pic>
        <p:nvPicPr>
          <p:cNvPr id="18" name="Image 3" descr="/mnt/data/AI_in_Action_Module_3/02_Reference_Images/S04_Impact.jpg">    </p:cNvPr>
          <p:cNvPicPr>
            <a:picLocks noChangeAspect="1"/>
          </p:cNvPicPr>
          <p:nvPr/>
        </p:nvPicPr>
        <p:blipFill>
          <a:blip r:embed="rId4"/>
          <a:srcRect l="0" r="0" t="21085" b="21085"/>
          <a:stretch/>
        </p:blipFill>
        <p:spPr>
          <a:xfrm>
            <a:off x="6126480" y="4160520"/>
            <a:ext cx="5422392" cy="176479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126480" y="5212080"/>
            <a:ext cx="5422392" cy="713232"/>
          </a:xfrm>
          <a:prstGeom prst="rect">
            <a:avLst/>
          </a:prstGeom>
          <a:solidFill>
            <a:srgbClr val="07172C">
              <a:alpha val="82000"/>
            </a:srgbClr>
          </a:solidFill>
          <a:ln w="12700">
            <a:solidFill>
              <a:srgbClr val="07172C">
                <a:alpha val="0"/>
              </a:srgbClr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291072" y="5321808"/>
            <a:ext cx="5093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291072" y="5577840"/>
            <a:ext cx="5093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something useful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2700">
            <a:solidFill>
              <a:srgbClr val="34516C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HELP ME CREATE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11128248" y="65562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/  LEARN • CREATE • BUILD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0" y="26517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→ VIDEO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515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prompts create better direction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9961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Details about the subject, action and camera help guide the model.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167128"/>
            <a:ext cx="5230368" cy="3172968"/>
          </a:xfrm>
          <a:prstGeom prst="rect">
            <a:avLst/>
          </a:prstGeom>
          <a:solidFill>
            <a:srgbClr val="17324F"/>
          </a:solidFill>
          <a:ln w="12700">
            <a:solidFill>
              <a:srgbClr val="17324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441448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4A6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PROMPT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3136392"/>
            <a:ext cx="45902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 person works on a laptop.”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153912" y="2167128"/>
            <a:ext cx="5385816" cy="3172968"/>
          </a:xfrm>
          <a:prstGeom prst="rect">
            <a:avLst/>
          </a:prstGeom>
          <a:solidFill>
            <a:srgbClr val="133C52"/>
          </a:solidFill>
          <a:ln w="12700">
            <a:solidFill>
              <a:srgbClr val="133C5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2441448"/>
            <a:ext cx="4645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8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PROMPT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28232" y="2898648"/>
            <a:ext cx="47183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 curious creator sketches an idea at a desk; warm sunset, gentle camera push-in, realistic movement, no embedded text.”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77240" y="5806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  •   Action   •   Setting   •   Camera   •   Lighting   •   Constraints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2700">
            <a:solidFill>
              <a:srgbClr val="3451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HELP ME CREATE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128248" y="65562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/  LEARN • CREATE • BUILD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0" y="26517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→ VIDEO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515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a still image a sense of motion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9961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image reference can guide composition, character and visual continuity.</a:t>
            </a:r>
            <a:endParaRPr lang="en-US" sz="1500" dirty="0"/>
          </a:p>
        </p:txBody>
      </p:sp>
      <p:pic>
        <p:nvPicPr>
          <p:cNvPr id="6" name="Image 0" descr="/mnt/data/AI_in_Action_Module_3/02_Reference_Images/S01_Curiosity.jpg">    </p:cNvPr>
          <p:cNvPicPr>
            <a:picLocks noChangeAspect="1"/>
          </p:cNvPicPr>
          <p:nvPr/>
        </p:nvPicPr>
        <p:blipFill>
          <a:blip r:embed="rId1"/>
          <a:srcRect l="1557" r="1557" t="0" b="0"/>
          <a:stretch/>
        </p:blipFill>
        <p:spPr>
          <a:xfrm>
            <a:off x="667512" y="2048256"/>
            <a:ext cx="6217920" cy="3611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14032" y="2103120"/>
            <a:ext cx="4453128" cy="3566160"/>
          </a:xfrm>
          <a:prstGeom prst="rect">
            <a:avLst/>
          </a:prstGeom>
          <a:solidFill>
            <a:srgbClr val="102E4A"/>
          </a:solidFill>
          <a:ln w="12700">
            <a:solidFill>
              <a:srgbClr val="102E4A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70064" y="2432304"/>
            <a:ext cx="329184" cy="329184"/>
          </a:xfrm>
          <a:prstGeom prst="roundRect">
            <a:avLst>
              <a:gd name="adj" fmla="val 33333"/>
            </a:avLst>
          </a:prstGeom>
          <a:solidFill>
            <a:srgbClr val="28C6D8"/>
          </a:solidFill>
          <a:ln w="12700">
            <a:solidFill>
              <a:srgbClr val="28C6D8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79792" y="2496312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17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863840" y="2368296"/>
            <a:ext cx="3328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the person and setting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370064" y="3127248"/>
            <a:ext cx="329184" cy="329184"/>
          </a:xfrm>
          <a:prstGeom prst="roundRect">
            <a:avLst>
              <a:gd name="adj" fmla="val 33333"/>
            </a:avLst>
          </a:prstGeom>
          <a:solidFill>
            <a:srgbClr val="28C6D8"/>
          </a:solidFill>
          <a:ln w="12700">
            <a:solidFill>
              <a:srgbClr val="28C6D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79792" y="3191256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17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863840" y="3063240"/>
            <a:ext cx="3328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one believable action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370064" y="3822192"/>
            <a:ext cx="329184" cy="329184"/>
          </a:xfrm>
          <a:prstGeom prst="roundRect">
            <a:avLst>
              <a:gd name="adj" fmla="val 33333"/>
            </a:avLst>
          </a:prstGeom>
          <a:solidFill>
            <a:srgbClr val="28C6D8"/>
          </a:solidFill>
          <a:ln w="12700">
            <a:solidFill>
              <a:srgbClr val="28C6D8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79792" y="3886200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17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863840" y="3758184"/>
            <a:ext cx="3328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gentle camera movement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370064" y="4517136"/>
            <a:ext cx="329184" cy="329184"/>
          </a:xfrm>
          <a:prstGeom prst="roundRect">
            <a:avLst>
              <a:gd name="adj" fmla="val 33333"/>
            </a:avLst>
          </a:prstGeom>
          <a:solidFill>
            <a:srgbClr val="28C6D8"/>
          </a:solidFill>
          <a:ln w="12700">
            <a:solidFill>
              <a:srgbClr val="28C6D8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79792" y="4581144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17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863840" y="4453128"/>
            <a:ext cx="3328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text and logos out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2700">
            <a:solidFill>
              <a:srgbClr val="34516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HELP ME CREATE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128248" y="65562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/  LEARN • CREATE • BUILD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0" y="26517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FINISHED STORY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515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four scenes to one film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9961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storytelling elements in the editor—then share a finished MP4.</a:t>
            </a:r>
            <a:endParaRPr lang="en-US" sz="1500" dirty="0"/>
          </a:p>
        </p:txBody>
      </p:sp>
      <p:pic>
        <p:nvPicPr>
          <p:cNvPr id="6" name="Image 0" descr="/mnt/data/AI_in_Action_Module_3/02_Reference_Images/S01_Curiosity.jpg">    </p:cNvPr>
          <p:cNvPicPr>
            <a:picLocks noChangeAspect="1"/>
          </p:cNvPicPr>
          <p:nvPr/>
        </p:nvPicPr>
        <p:blipFill>
          <a:blip r:embed="rId1"/>
          <a:srcRect l="14648" r="14648" t="0" b="0"/>
          <a:stretch/>
        </p:blipFill>
        <p:spPr>
          <a:xfrm>
            <a:off x="630936" y="2240280"/>
            <a:ext cx="2734056" cy="21762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0936" y="3931920"/>
            <a:ext cx="2734056" cy="475488"/>
          </a:xfrm>
          <a:prstGeom prst="rect">
            <a:avLst/>
          </a:prstGeom>
          <a:solidFill>
            <a:srgbClr val="07172C">
              <a:alpha val="85000"/>
            </a:srgbClr>
          </a:solidFill>
          <a:ln w="12700">
            <a:solidFill>
              <a:srgbClr val="07172C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0664" y="4078224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CURIOSITY</a:t>
            </a:r>
            <a:endParaRPr lang="en-US" sz="1200" dirty="0"/>
          </a:p>
        </p:txBody>
      </p:sp>
      <p:pic>
        <p:nvPicPr>
          <p:cNvPr id="9" name="Image 1" descr="/mnt/data/AI_in_Action_Module_3/02_Reference_Images/S02_Imagination.jpg">    </p:cNvPr>
          <p:cNvPicPr>
            <a:picLocks noChangeAspect="1"/>
          </p:cNvPicPr>
          <p:nvPr/>
        </p:nvPicPr>
        <p:blipFill>
          <a:blip r:embed="rId2"/>
          <a:srcRect l="14648" r="14648" t="0" b="0"/>
          <a:stretch/>
        </p:blipFill>
        <p:spPr>
          <a:xfrm>
            <a:off x="3538728" y="2240280"/>
            <a:ext cx="2734056" cy="217627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38728" y="3931920"/>
            <a:ext cx="2734056" cy="475488"/>
          </a:xfrm>
          <a:prstGeom prst="rect">
            <a:avLst/>
          </a:prstGeom>
          <a:solidFill>
            <a:srgbClr val="07172C">
              <a:alpha val="85000"/>
            </a:srgbClr>
          </a:solidFill>
          <a:ln w="12700">
            <a:solidFill>
              <a:srgbClr val="07172C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48456" y="4078224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IMAGINATION</a:t>
            </a:r>
            <a:endParaRPr lang="en-US" sz="1200" dirty="0"/>
          </a:p>
        </p:txBody>
      </p:sp>
      <p:pic>
        <p:nvPicPr>
          <p:cNvPr id="12" name="Image 2" descr="/mnt/data/AI_in_Action_Module_3/02_Reference_Images/S03_Creation.jpg">    </p:cNvPr>
          <p:cNvPicPr>
            <a:picLocks noChangeAspect="1"/>
          </p:cNvPicPr>
          <p:nvPr/>
        </p:nvPicPr>
        <p:blipFill>
          <a:blip r:embed="rId3"/>
          <a:srcRect l="14648" r="14648" t="0" b="0"/>
          <a:stretch/>
        </p:blipFill>
        <p:spPr>
          <a:xfrm>
            <a:off x="6446520" y="2240280"/>
            <a:ext cx="2734056" cy="217627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446520" y="3931920"/>
            <a:ext cx="2734056" cy="475488"/>
          </a:xfrm>
          <a:prstGeom prst="rect">
            <a:avLst/>
          </a:prstGeom>
          <a:solidFill>
            <a:srgbClr val="07172C">
              <a:alpha val="85000"/>
            </a:srgbClr>
          </a:solidFill>
          <a:ln w="12700">
            <a:solidFill>
              <a:srgbClr val="07172C">
                <a:alpha val="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556248" y="4078224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CREATION</a:t>
            </a:r>
            <a:endParaRPr lang="en-US" sz="1200" dirty="0"/>
          </a:p>
        </p:txBody>
      </p:sp>
      <p:pic>
        <p:nvPicPr>
          <p:cNvPr id="15" name="Image 3" descr="/mnt/data/AI_in_Action_Module_3/02_Reference_Images/S04_Impact.jpg">    </p:cNvPr>
          <p:cNvPicPr>
            <a:picLocks noChangeAspect="1"/>
          </p:cNvPicPr>
          <p:nvPr/>
        </p:nvPicPr>
        <p:blipFill>
          <a:blip r:embed="rId4"/>
          <a:srcRect l="14648" r="14648" t="0" b="0"/>
          <a:stretch/>
        </p:blipFill>
        <p:spPr>
          <a:xfrm>
            <a:off x="9354312" y="2240280"/>
            <a:ext cx="2734056" cy="217627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354312" y="3931920"/>
            <a:ext cx="2734056" cy="475488"/>
          </a:xfrm>
          <a:prstGeom prst="rect">
            <a:avLst/>
          </a:prstGeom>
          <a:solidFill>
            <a:srgbClr val="07172C">
              <a:alpha val="85000"/>
            </a:srgbClr>
          </a:solidFill>
          <a:ln w="12700">
            <a:solidFill>
              <a:srgbClr val="07172C">
                <a:alpha val="0"/>
              </a:srgbClr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9464040" y="4078224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731520" y="4901184"/>
            <a:ext cx="107076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CLIPS  +  TITLES  +  VOICEOVER  +  MUSIC  =  SHORT FILM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841248" y="5705856"/>
            <a:ext cx="10469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Flow generates clips  •  Canva assembles and exports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2700">
            <a:solidFill>
              <a:srgbClr val="34516C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02920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HELP ME CREATE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11128248" y="65562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/  LEARN • CREATE • BUILD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0" y="26517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515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result is a starting point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9961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the next version with precise feedback.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" y="2011680"/>
            <a:ext cx="10808208" cy="749808"/>
          </a:xfrm>
          <a:prstGeom prst="roundRect">
            <a:avLst>
              <a:gd name="adj" fmla="val 15854"/>
            </a:avLst>
          </a:prstGeom>
          <a:solidFill>
            <a:srgbClr val="102E4A"/>
          </a:solidFill>
          <a:ln w="12700">
            <a:solidFill>
              <a:srgbClr val="102E4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231136"/>
            <a:ext cx="3803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much movement?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73168" y="221284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one slow, stable camera move.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04088" y="2944368"/>
            <a:ext cx="10808208" cy="749808"/>
          </a:xfrm>
          <a:prstGeom prst="roundRect">
            <a:avLst>
              <a:gd name="adj" fmla="val 15854"/>
            </a:avLst>
          </a:prstGeom>
          <a:solidFill>
            <a:srgbClr val="173A50"/>
          </a:solidFill>
          <a:ln w="12700">
            <a:solidFill>
              <a:srgbClr val="173A5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3163824"/>
            <a:ext cx="3803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Characters look different?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73168" y="314553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the same reference where supported.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04088" y="3877056"/>
            <a:ext cx="10808208" cy="749808"/>
          </a:xfrm>
          <a:prstGeom prst="roundRect">
            <a:avLst>
              <a:gd name="adj" fmla="val 15854"/>
            </a:avLst>
          </a:prstGeom>
          <a:solidFill>
            <a:srgbClr val="102E4A"/>
          </a:solidFill>
          <a:ln w="12700">
            <a:solidFill>
              <a:srgbClr val="102E4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4096512"/>
            <a:ext cx="3803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Unwanted words appear?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73168" y="407822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embedded text; add titles in editing.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04088" y="4809744"/>
            <a:ext cx="10808208" cy="749808"/>
          </a:xfrm>
          <a:prstGeom prst="roundRect">
            <a:avLst>
              <a:gd name="adj" fmla="val 15854"/>
            </a:avLst>
          </a:prstGeom>
          <a:solidFill>
            <a:srgbClr val="173A50"/>
          </a:solidFill>
          <a:ln w="12700">
            <a:solidFill>
              <a:srgbClr val="173A5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5029200"/>
            <a:ext cx="3803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feels unrealistic?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73168" y="501091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for natural gestures and a believable setting.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2700">
            <a:solidFill>
              <a:srgbClr val="3451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HELP ME CREATE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128248" y="65562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/  LEARN • CREATE • BUILD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0" y="26517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CREATIVITY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515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with care and credibility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9961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creative results deserve thoughtful review before sharing.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" y="2075688"/>
            <a:ext cx="5230368" cy="1426464"/>
          </a:xfrm>
          <a:prstGeom prst="roundRect">
            <a:avLst>
              <a:gd name="adj" fmla="val 8333"/>
            </a:avLst>
          </a:prstGeom>
          <a:solidFill>
            <a:srgbClr val="11304B"/>
          </a:solidFill>
          <a:ln w="12700">
            <a:solidFill>
              <a:srgbClr val="11304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" y="2359152"/>
            <a:ext cx="137160" cy="859536"/>
          </a:xfrm>
          <a:prstGeom prst="rect">
            <a:avLst/>
          </a:prstGeom>
          <a:solidFill>
            <a:srgbClr val="28C6D8"/>
          </a:solidFill>
          <a:ln w="12700">
            <a:solidFill>
              <a:srgbClr val="28C6D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16736" y="2331720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16736" y="2770632"/>
            <a:ext cx="43159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Respect images, likenesses and privacy.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36792" y="2075688"/>
            <a:ext cx="5230368" cy="1426464"/>
          </a:xfrm>
          <a:prstGeom prst="roundRect">
            <a:avLst>
              <a:gd name="adj" fmla="val 8333"/>
            </a:avLst>
          </a:prstGeom>
          <a:solidFill>
            <a:srgbClr val="11304B"/>
          </a:solidFill>
          <a:ln w="12700">
            <a:solidFill>
              <a:srgbClr val="11304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59152"/>
            <a:ext cx="137160" cy="859536"/>
          </a:xfrm>
          <a:prstGeom prst="rect">
            <a:avLst/>
          </a:prstGeom>
          <a:solidFill>
            <a:srgbClr val="28C6D8"/>
          </a:solidFill>
          <a:ln w="12700">
            <a:solidFill>
              <a:srgbClr val="28C6D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2331720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COPYRIGHT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03720" y="2770632"/>
            <a:ext cx="43159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media and music you have the right to use.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767328"/>
            <a:ext cx="5230368" cy="1426464"/>
          </a:xfrm>
          <a:prstGeom prst="roundRect">
            <a:avLst>
              <a:gd name="adj" fmla="val 8333"/>
            </a:avLst>
          </a:prstGeom>
          <a:solidFill>
            <a:srgbClr val="11304B"/>
          </a:solidFill>
          <a:ln w="12700">
            <a:solidFill>
              <a:srgbClr val="11304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6696" y="4050792"/>
            <a:ext cx="137160" cy="859536"/>
          </a:xfrm>
          <a:prstGeom prst="rect">
            <a:avLst/>
          </a:prstGeom>
          <a:solidFill>
            <a:srgbClr val="28C6D8"/>
          </a:solidFill>
          <a:ln w="12700">
            <a:solidFill>
              <a:srgbClr val="28C6D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16736" y="4023360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AUTHENTICITY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16736" y="4462272"/>
            <a:ext cx="43159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portray fictional footage as real evidence.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36792" y="3767328"/>
            <a:ext cx="5230368" cy="1426464"/>
          </a:xfrm>
          <a:prstGeom prst="roundRect">
            <a:avLst>
              <a:gd name="adj" fmla="val 8333"/>
            </a:avLst>
          </a:prstGeom>
          <a:solidFill>
            <a:srgbClr val="11304B"/>
          </a:solidFill>
          <a:ln w="12700">
            <a:solidFill>
              <a:srgbClr val="11304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050792"/>
            <a:ext cx="137160" cy="859536"/>
          </a:xfrm>
          <a:prstGeom prst="rect">
            <a:avLst/>
          </a:prstGeom>
          <a:solidFill>
            <a:srgbClr val="28C6D8"/>
          </a:solidFill>
          <a:ln w="12700">
            <a:solidFill>
              <a:srgbClr val="28C6D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4023360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3720" y="4462272"/>
            <a:ext cx="43159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titles, captions, brands and visual claims.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2700">
            <a:solidFill>
              <a:srgbClr val="3451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HELP ME CREATE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128248" y="65562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in_Action_Module_3/02_Reference_Images/S04_Impact.jpg">    </p:cNvPr>
          <p:cNvPicPr>
            <a:picLocks noChangeAspect="1"/>
          </p:cNvPicPr>
          <p:nvPr/>
        </p:nvPicPr>
        <p:blipFill>
          <a:blip r:embed="rId1"/>
          <a:srcRect l="0" r="0" t="27" b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72C">
              <a:alpha val="54000"/>
            </a:srgbClr>
          </a:solidFill>
          <a:ln w="12700">
            <a:solidFill>
              <a:srgbClr val="07172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1389888"/>
            <a:ext cx="10561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IDEA CAN</a:t>
            </a:r>
            <a:endParaRPr lang="en-US" sz="4100" dirty="0"/>
          </a:p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TOMORROW</a:t>
            </a:r>
            <a:endParaRPr lang="en-US" sz="4100" dirty="0"/>
          </a:p>
        </p:txBody>
      </p:sp>
      <p:sp>
        <p:nvSpPr>
          <p:cNvPr id="5" name="Shape 2"/>
          <p:cNvSpPr/>
          <p:nvPr/>
        </p:nvSpPr>
        <p:spPr>
          <a:xfrm>
            <a:off x="749808" y="3904488"/>
            <a:ext cx="941832" cy="73152"/>
          </a:xfrm>
          <a:prstGeom prst="rect">
            <a:avLst/>
          </a:prstGeom>
          <a:solidFill>
            <a:srgbClr val="F8C56A"/>
          </a:solidFill>
          <a:ln w="12700">
            <a:solidFill>
              <a:srgbClr val="F8C56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4187952"/>
            <a:ext cx="9144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Learn. Create. Build.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68096" y="5833872"/>
            <a:ext cx="8732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 →  AI CAN HELP ME BUILD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AI in Action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Can Help Me Create</dc:title>
  <dc:subject>Module 3: Create an AI short film</dc:subject>
  <dc:creator>AI in Action Training</dc:creator>
  <cp:lastModifiedBy>AI in Action Training</cp:lastModifiedBy>
  <cp:revision>1</cp:revision>
  <dcterms:created xsi:type="dcterms:W3CDTF">2026-10-21T14:01:35Z</dcterms:created>
  <dcterms:modified xsi:type="dcterms:W3CDTF">2026-10-21T14:01:35Z</dcterms:modified>
</cp:coreProperties>
</file>