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607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2512" y="0"/>
            <a:ext cx="109728" cy="6858000"/>
          </a:xfrm>
          <a:prstGeom prst="rect">
            <a:avLst/>
          </a:prstGeom>
          <a:solidFill>
            <a:srgbClr val="F5C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From Idea to Film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THE ART OF AI VIDEO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5532120" cy="13716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One product. One story.</a:t>
            </a:r>
          </a:p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Real moving footage. Human-sounding voice.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57800"/>
            <a:ext cx="5074920" cy="594360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431536"/>
            <a:ext cx="4718304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Milton Atlantis Thermosteel  ·  Concept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The Creative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A REAL PRODUCT • A SIMPLE, EMOTIONAL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514600"/>
            <a:ext cx="10789920" cy="841248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2491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D1BF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15768"/>
            <a:ext cx="8229600" cy="3200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AF1FA"/>
                </a:solidFill>
                <a:latin typeface="Aptos"/>
              </a:defRPr>
            </a:pPr>
            <a:r>
              <a:t>Milton Atlantis Thermosteel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3575304"/>
            <a:ext cx="10789920" cy="841248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85615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D1BF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76472"/>
            <a:ext cx="8229600" cy="3200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AF1FA"/>
                </a:solidFill>
                <a:latin typeface="Aptos"/>
              </a:defRPr>
            </a:pPr>
            <a:r>
              <a:t>Make everyday journeys memorable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4636008"/>
            <a:ext cx="10789920" cy="841248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D1BF"/>
                </a:solidFill>
                <a:latin typeface="Aptos"/>
              </a:defRPr>
            </a:pPr>
            <a:r>
              <a:t>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37176"/>
            <a:ext cx="8229600" cy="3200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AF1FA"/>
                </a:solidFill>
                <a:latin typeface="Aptos"/>
              </a:defRPr>
            </a:pPr>
            <a:r>
              <a:t>Morning → Journey → Product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The Production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PLAN → GENERATE →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2423160"/>
            <a:ext cx="10972800" cy="923544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606040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45D1BF"/>
                </a:solidFill>
                <a:latin typeface="Aptos"/>
              </a:defRPr>
            </a:pPr>
            <a:r>
              <a:t>01 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06040"/>
            <a:ext cx="7955279" cy="402336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AF1FA"/>
                </a:solidFill>
                <a:latin typeface="Aptos"/>
              </a:defRPr>
            </a:pPr>
            <a:r>
              <a:t>Brief, story, narration &amp; JSON 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3547872"/>
            <a:ext cx="10972800" cy="923544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73075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45D1BF"/>
                </a:solidFill>
                <a:latin typeface="Aptos"/>
              </a:defRPr>
            </a:pPr>
            <a:r>
              <a:t>02 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30752"/>
            <a:ext cx="7955279" cy="402336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AF1FA"/>
                </a:solidFill>
                <a:latin typeface="Aptos"/>
              </a:defRPr>
            </a:pPr>
            <a:r>
              <a:t>Storyboard frames → real motion →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4672583"/>
            <a:ext cx="10972800" cy="923544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5546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45D1BF"/>
                </a:solidFill>
                <a:latin typeface="Aptos"/>
              </a:defRPr>
            </a:pPr>
            <a:r>
              <a:t>03  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855464"/>
            <a:ext cx="7955279" cy="402336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AF1FA"/>
                </a:solidFill>
                <a:latin typeface="Aptos"/>
              </a:defRPr>
            </a:pPr>
            <a:r>
              <a:t>Edit, brand, review &amp;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One Story, Three Cinematic 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AN ORIGINAL 20-SECOND EDUCATIONAL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40864"/>
            <a:ext cx="356616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645152"/>
            <a:ext cx="3566160" cy="896112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4764024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AF1FA"/>
                </a:solidFill>
                <a:latin typeface="Aptos"/>
              </a:defRPr>
            </a:pPr>
            <a:r>
              <a:t>A New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5138928"/>
            <a:ext cx="3108960" cy="23774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5D1BF"/>
                </a:solidFill>
                <a:latin typeface="Aptos"/>
              </a:defRPr>
            </a:pPr>
            <a:r>
              <a:t>00–08 seconds · Scene 1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340864"/>
            <a:ext cx="3566160" cy="2286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70832" y="4645152"/>
            <a:ext cx="3566160" cy="896112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4764024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AF1FA"/>
                </a:solidFill>
                <a:latin typeface="Aptos"/>
              </a:defRPr>
            </a:pPr>
            <a:r>
              <a:t>Into the 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5138928"/>
            <a:ext cx="3108960" cy="23774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5D1BF"/>
                </a:solidFill>
                <a:latin typeface="Aptos"/>
              </a:defRPr>
            </a:pPr>
            <a:r>
              <a:t>08–16 seconds · Scene 2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340864"/>
            <a:ext cx="3566160" cy="2286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38744" y="4645152"/>
            <a:ext cx="3566160" cy="896112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764024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AF1FA"/>
                </a:solidFill>
                <a:latin typeface="Aptos"/>
              </a:defRPr>
            </a:pPr>
            <a:r>
              <a:t>Product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138928"/>
            <a:ext cx="3108960" cy="23774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5D1BF"/>
                </a:solidFill>
                <a:latin typeface="Aptos"/>
              </a:defRPr>
            </a:pPr>
            <a:r>
              <a:t>16–20 seconds · Scene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07608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AFC0D6"/>
                </a:solidFill>
                <a:latin typeface="Aptos"/>
              </a:defRPr>
            </a:pPr>
            <a:r>
              <a:t>Illustrative concept frames · Actual moving Veo clips created separately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Give AI Clear Creative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A BEAUTIFUL RESULT STARTS WITH A SPECIFIC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514600"/>
            <a:ext cx="5303520" cy="1179576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697480"/>
            <a:ext cx="4754880" cy="30175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5D1BF"/>
                </a:solidFill>
                <a:latin typeface="Aptos"/>
              </a:defRPr>
            </a:pPr>
            <a:r>
              <a:t>WHO +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9981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EAF1FA"/>
                </a:solidFill>
                <a:latin typeface="Aptos"/>
              </a:defRPr>
            </a:pPr>
            <a:r>
              <a:t>Adult, product, physical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514600"/>
            <a:ext cx="5303520" cy="1179576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697480"/>
            <a:ext cx="4754880" cy="30175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5D1BF"/>
                </a:solidFill>
                <a:latin typeface="Aptos"/>
              </a:defRPr>
            </a:pPr>
            <a:r>
              <a:t>HOW IT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09981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EAF1FA"/>
                </a:solidFill>
                <a:latin typeface="Aptos"/>
              </a:defRPr>
            </a:pPr>
            <a:r>
              <a:t>Tracking shot, hand action, breeze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931920"/>
            <a:ext cx="5303520" cy="1179576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114800"/>
            <a:ext cx="4754880" cy="30175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5D1BF"/>
                </a:solidFill>
                <a:latin typeface="Aptos"/>
              </a:defRPr>
            </a:pPr>
            <a:r>
              <a:t>HOW IT LOOKS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51713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EAF1FA"/>
                </a:solidFill>
                <a:latin typeface="Aptos"/>
              </a:defRPr>
            </a:pPr>
            <a:r>
              <a:t>Golden light, lens, cinematic colour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931920"/>
            <a:ext cx="5303520" cy="1179576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114800"/>
            <a:ext cx="4754880" cy="30175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5D1BF"/>
                </a:solidFill>
                <a:latin typeface="Aptos"/>
              </a:defRPr>
            </a:pPr>
            <a:r>
              <a:t>WHAT MUST NOT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51713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EAF1FA"/>
                </a:solidFill>
                <a:latin typeface="Aptos"/>
              </a:defRPr>
            </a:pPr>
            <a:r>
              <a:t>Same actor, cap, outfit, proportions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607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2512" y="0"/>
            <a:ext cx="109728" cy="6858000"/>
          </a:xfrm>
          <a:prstGeom prst="rect">
            <a:avLst/>
          </a:prstGeom>
          <a:solidFill>
            <a:srgbClr val="F5C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Generate the Reference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STORYBOARD IMAGES  ≠  FINAL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62072"/>
            <a:ext cx="5486400" cy="21945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  <a:r>
              <a:t>Generate one approved still per scene.</a:t>
            </a:r>
          </a:p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  <a:r>
              <a:t>Keep character + product DNA consistent.</a:t>
            </a:r>
          </a:p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  <a:r>
              <a:t>Verify the bottle against an authorised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607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2512" y="0"/>
            <a:ext cx="109728" cy="6858000"/>
          </a:xfrm>
          <a:prstGeom prst="rect">
            <a:avLst/>
          </a:prstGeom>
          <a:solidFill>
            <a:srgbClr val="F5C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Turn Frames into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GOOGLE VIDS · VEO IMAGE-TO-VIDEO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5394960" cy="23774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  <a:r>
              <a:t>Person walks • Clothing moves • Camera tracks</a:t>
            </a:r>
          </a:p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  <a:r>
              <a:t>No slideshow zooms.</a:t>
            </a:r>
          </a:p>
          <a:p>
            <a:pPr>
              <a:spcAft>
                <a:spcPts val="400"/>
              </a:spcAft>
              <a:defRPr sz="2100" b="0">
                <a:solidFill>
                  <a:srgbClr val="EAF1FA"/>
                </a:solidFill>
                <a:latin typeface="Aptos"/>
              </a:defRPr>
            </a:pPr>
            <a:r>
              <a:t>No distorted hands or changing bottle shape.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Make the Voice Sound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MINIMAX SPEECH OR ELIGIBLE GOOGLE VIDS VOICEOVER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1325880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52344"/>
            <a:ext cx="9966960" cy="9601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“Every journey begins with a moment.</a:t>
            </a:r>
          </a:p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From busy mornings to open horizons...”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87952"/>
            <a:ext cx="3419856" cy="1097280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3063240" cy="25603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WARM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73168"/>
            <a:ext cx="2990088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EAF1FA"/>
                </a:solidFill>
                <a:latin typeface="Aptos"/>
              </a:defRPr>
            </a:pPr>
            <a:r>
              <a:t>Natural Indian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187952"/>
            <a:ext cx="3419856" cy="1097280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425696"/>
            <a:ext cx="3063240" cy="25603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CONTROLLED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773168"/>
            <a:ext cx="2990088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EAF1FA"/>
                </a:solidFill>
                <a:latin typeface="Aptos"/>
              </a:defRPr>
            </a:pPr>
            <a:r>
              <a:t>Small pauses, no rushing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4187952"/>
            <a:ext cx="3419856" cy="1097280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4425696"/>
            <a:ext cx="3063240" cy="25603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CREDIBLE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4773168"/>
            <a:ext cx="2990088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EAF1FA"/>
                </a:solidFill>
                <a:latin typeface="Aptos"/>
              </a:defRPr>
            </a:pPr>
            <a:r>
              <a:t>Expressive, not robotic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Music Turns Clips into a Film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MINIMAX MUSIC OR GOOGLE VIDS AI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EAF1FA"/>
                </a:solidFill>
                <a:latin typeface="Aptos"/>
              </a:defRPr>
            </a:pPr>
            <a:r>
              <a:t>Quiet opening → gentle lift → clean product reveal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881360" cy="612648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30168"/>
            <a:ext cx="214884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NARRATION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630168"/>
            <a:ext cx="777240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EAF1FA"/>
                </a:solidFill>
                <a:latin typeface="Aptos"/>
              </a:defRPr>
            </a:pPr>
            <a:r>
              <a:t>Lead track — always intelligible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24528"/>
            <a:ext cx="10881360" cy="612648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79976"/>
            <a:ext cx="214884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MUSIC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379976"/>
            <a:ext cx="777240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EAF1FA"/>
                </a:solidFill>
                <a:latin typeface="Aptos"/>
              </a:defRPr>
            </a:pPr>
            <a:r>
              <a:t>Instrumental — lower during speech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74336"/>
            <a:ext cx="10881360" cy="612648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29784"/>
            <a:ext cx="214884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5D1BF"/>
                </a:solidFill>
                <a:latin typeface="Aptos"/>
              </a:defRPr>
            </a:pPr>
            <a:r>
              <a:t>AMBIENCE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5129784"/>
            <a:ext cx="777240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EAF1FA"/>
                </a:solidFill>
                <a:latin typeface="Aptos"/>
              </a:defRPr>
            </a:pPr>
            <a:r>
              <a:t>Realistic room and outdoor sounds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Edit. Brand. Export.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GOOGLE VIDS EDITING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4325112" cy="1005840"/>
          </a:xfrm>
          <a:prstGeom prst="roundRect">
            <a:avLst/>
          </a:prstGeom>
          <a:solidFill>
            <a:srgbClr val="1B6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3090672"/>
            <a:ext cx="4142232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MORNING · 8s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2743200"/>
            <a:ext cx="4325112" cy="1005840"/>
          </a:xfrm>
          <a:prstGeom prst="roundRect">
            <a:avLst/>
          </a:prstGeom>
          <a:solidFill>
            <a:srgbClr val="247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9784" y="3090672"/>
            <a:ext cx="4142232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JOURNEY · 8s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2743200"/>
            <a:ext cx="2148840" cy="1005840"/>
          </a:xfrm>
          <a:prstGeom prst="roundRect">
            <a:avLst/>
          </a:prstGeom>
          <a:solidFill>
            <a:srgbClr val="8A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3090672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PRODUCT · 4s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78224"/>
            <a:ext cx="347472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D1BF"/>
                </a:solidFill>
                <a:latin typeface="Aptos"/>
              </a:defRPr>
            </a:pPr>
            <a:r>
              <a:t>Narration track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986784"/>
            <a:ext cx="7223760" cy="484632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18888"/>
            <a:ext cx="3200400" cy="28346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D1BF"/>
                </a:solidFill>
                <a:latin typeface="Aptos"/>
              </a:defRPr>
            </a:pPr>
            <a:r>
              <a:t>Instrumental + ambience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4727448"/>
            <a:ext cx="7223760" cy="484632"/>
          </a:xfrm>
          <a:prstGeom prst="round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The Quality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A REAL MOVING AD, NOT A SLIDESHOW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469880" cy="37490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✓  Genuine actor and camera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469880" cy="37490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✓  Consistent person and exact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469880" cy="37490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✓  Human-sounding voice + balanced soundtrack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469880" cy="37490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✓  Accurate text, authorised assets, checked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469880" cy="374904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✓  Finished MP4 plays correctly with audio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5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607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2512" y="0"/>
            <a:ext cx="109728" cy="6858000"/>
          </a:xfrm>
          <a:prstGeom prst="rect">
            <a:avLst/>
          </a:prstGeom>
          <a:solidFill>
            <a:srgbClr val="F5C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83464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5D1BF"/>
                </a:solidFill>
                <a:latin typeface="Aptos"/>
              </a:defRPr>
            </a:pPr>
            <a:r>
              <a:t>AI IN ACTION   / 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85800"/>
            <a:ext cx="580644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EAF1FA"/>
                </a:solidFill>
                <a:latin typeface="Aptos"/>
              </a:defRPr>
            </a:pPr>
            <a:r>
              <a:t>Now You Can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5715000" cy="39319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C16C"/>
                </a:solidFill>
                <a:latin typeface="Aptos"/>
              </a:defRPr>
            </a:pPr>
            <a:r>
              <a:t>ONE IDEA → REALISTIC SHOTS → A COMPLETE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49224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AFC0D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43784"/>
            <a:ext cx="5303520" cy="21945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Choose a real product.</a:t>
            </a:r>
          </a:p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Tell a simple story.</a:t>
            </a:r>
          </a:p>
          <a:p>
            <a:pPr>
              <a:spcAft>
                <a:spcPts val="400"/>
              </a:spcAft>
              <a:defRPr sz="2200" b="0">
                <a:solidFill>
                  <a:srgbClr val="EAF1FA"/>
                </a:solidFill>
                <a:latin typeface="Aptos"/>
              </a:defRPr>
            </a:pPr>
            <a:r>
              <a:t>Make the movement believable.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