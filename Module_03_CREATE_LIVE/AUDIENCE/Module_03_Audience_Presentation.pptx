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997" cy="6858000"/>
          </a:xfrm>
          <a:prstGeom prst="rect">
            <a:avLst/>
          </a:prstGeom>
          <a:solidFill>
            <a:srgbClr val="071930">
              <a:alpha val="65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76072" y="502920"/>
            <a:ext cx="3959352" cy="457200"/>
          </a:xfrm>
          <a:prstGeom prst="roundRect">
            <a:avLst>
              <a:gd name="adj" fmla="val 30000"/>
            </a:avLst>
          </a:prstGeom>
          <a:solidFill>
            <a:srgbClr val="071930">
              <a:alpha val="85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3816" y="621792"/>
            <a:ext cx="3666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• MODULE 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86868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CAN HELP</a:t>
            </a:r>
            <a:endParaRPr lang="en-US" sz="4900" dirty="0"/>
          </a:p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 CREATE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777240" y="3767328"/>
            <a:ext cx="100126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a simple idea to a finished promotional video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95528" y="5029200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SmartLife  •  A fictional creative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Client Gives Us a Simple Brief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 short, friendly promotional film for a fictional planning product.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2267712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551176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42816" y="2478024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People feel overwhelmed by tasks and deadlines.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3401568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E465C"/>
          </a:solidFill>
          <a:ln w="12700">
            <a:solidFill>
              <a:srgbClr val="1E46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3685032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IDEA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42816" y="3611880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SmartLife helps organise tasks and priorities.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" y="4535424"/>
            <a:ext cx="10661904" cy="932688"/>
          </a:xfrm>
          <a:prstGeom prst="roundRect">
            <a:avLst>
              <a:gd name="adj" fmla="val 14706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4818888"/>
            <a:ext cx="3236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MESSAGE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42816" y="4745736"/>
            <a:ext cx="6739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 clearer. Live brighter.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6025896"/>
            <a:ext cx="10332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Fictional product • Concept demonstration • No real product claims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Story. Two Scenes. One Closing Message.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compact story is easier to create, refine and understand.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9764" r="9764" t="0" b="0"/>
          <a:stretch/>
        </p:blipFill>
        <p:spPr>
          <a:xfrm>
            <a:off x="713232" y="2313432"/>
            <a:ext cx="3675888" cy="2569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 THE PROBLEM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Busy day, too many tasks.</a:t>
            </a:r>
            <a:endParaRPr lang="en-US" sz="1200" dirty="0"/>
          </a:p>
        </p:txBody>
      </p:sp>
      <p:pic>
        <p:nvPicPr>
          <p:cNvPr id="11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9764" r="9764" t="0" b="0"/>
          <a:stretch/>
        </p:blipFill>
        <p:spPr>
          <a:xfrm>
            <a:off x="4599432" y="2313432"/>
            <a:ext cx="3675888" cy="256946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994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 THE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548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person feels organised.</a:t>
            </a:r>
            <a:endParaRPr lang="en-US" sz="1200" dirty="0"/>
          </a:p>
        </p:txBody>
      </p:sp>
      <p:pic>
        <p:nvPicPr>
          <p:cNvPr id="15" name="Image 2" descr="/mnt/data/Module_03_From_Scratch_Compact/LIVE_DEMO/Scene_03_Closing_Title.jpg">    </p:cNvPr>
          <p:cNvPicPr>
            <a:picLocks noChangeAspect="1"/>
          </p:cNvPicPr>
          <p:nvPr/>
        </p:nvPicPr>
        <p:blipFill>
          <a:blip r:embed="rId3"/>
          <a:srcRect l="9764" r="9764" t="0" b="0"/>
          <a:stretch/>
        </p:blipFill>
        <p:spPr>
          <a:xfrm>
            <a:off x="8485632" y="2313432"/>
            <a:ext cx="3675888" cy="256946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485632" y="4956048"/>
            <a:ext cx="3675888" cy="960120"/>
          </a:xfrm>
          <a:prstGeom prst="roundRect">
            <a:avLst>
              <a:gd name="adj" fmla="val 14286"/>
            </a:avLst>
          </a:prstGeom>
          <a:solidFill>
            <a:srgbClr val="10304B"/>
          </a:solidFill>
          <a:ln w="12700">
            <a:solidFill>
              <a:srgbClr val="10304B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41080" y="5120640"/>
            <a:ext cx="34015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 THE BRAND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41080" y="546811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simple closing message.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First, Describe the Image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Good prompts help AI understand the scene you want to create.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212848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331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73552" y="2322576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main person or product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" y="2871216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43650"/>
          </a:solidFill>
          <a:ln w="12700">
            <a:solidFill>
              <a:srgbClr val="1436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990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73552" y="2980944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room, setting, objects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" y="3529584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6484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3639312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Expression, action and goal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" y="4187952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43650"/>
          </a:solidFill>
          <a:ln w="12700">
            <a:solidFill>
              <a:srgbClr val="1436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3068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3552" y="4297680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Lighting, mood and camera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" y="4846320"/>
            <a:ext cx="10497312" cy="521208"/>
          </a:xfrm>
          <a:prstGeom prst="roundRect">
            <a:avLst>
              <a:gd name="adj" fmla="val 26316"/>
            </a:avLst>
          </a:prstGeom>
          <a:solidFill>
            <a:srgbClr val="1B415B"/>
          </a:solidFill>
          <a:ln w="12700">
            <a:solidFill>
              <a:srgbClr val="1B41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49651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AVOID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73552" y="4956048"/>
            <a:ext cx="7242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Strange hands, text and logos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7607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📷  Text prompt  →  Original image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the Original Scene Images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 with the first image, then reuse its visual identity as a reference.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6690" r="6690" t="0" b="0"/>
          <a:stretch/>
        </p:blipFill>
        <p:spPr>
          <a:xfrm>
            <a:off x="694944" y="2185416"/>
            <a:ext cx="5294376" cy="3438144"/>
          </a:xfrm>
          <a:prstGeom prst="rect">
            <a:avLst/>
          </a:prstGeom>
        </p:spPr>
      </p:pic>
      <p:pic>
        <p:nvPicPr>
          <p:cNvPr id="8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6690" r="6690" t="0" b="0"/>
          <a:stretch/>
        </p:blipFill>
        <p:spPr>
          <a:xfrm>
            <a:off x="6153912" y="2185416"/>
            <a:ext cx="5294376" cy="34381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" y="575157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9944" y="575157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BETTER WAY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 Both Images into Moving Video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an image as a starting point, then describe natural movement.</a:t>
            </a:r>
            <a:endParaRPr lang="en-US" sz="1600" dirty="0"/>
          </a:p>
        </p:txBody>
      </p:sp>
      <p:pic>
        <p:nvPicPr>
          <p:cNvPr id="7" name="Image 0" descr="/mnt/data/Module_03_From_Scratch_Compact/LIVE_DEMO/Scene_01_Generated_Image.jpg">    </p:cNvPr>
          <p:cNvPicPr>
            <a:picLocks noChangeAspect="1"/>
          </p:cNvPicPr>
          <p:nvPr/>
        </p:nvPicPr>
        <p:blipFill>
          <a:blip r:embed="rId1"/>
          <a:srcRect l="8594" r="8594" t="0" b="0"/>
          <a:stretch/>
        </p:blipFill>
        <p:spPr>
          <a:xfrm>
            <a:off x="740664" y="2240280"/>
            <a:ext cx="4846320" cy="3291840"/>
          </a:xfrm>
          <a:prstGeom prst="rect">
            <a:avLst/>
          </a:prstGeom>
        </p:spPr>
      </p:pic>
      <p:pic>
        <p:nvPicPr>
          <p:cNvPr id="8" name="Image 1" descr="/mnt/data/Module_03_From_Scratch_Compact/LIVE_DEMO/Scene_02_Generated_Image.jpg">    </p:cNvPr>
          <p:cNvPicPr>
            <a:picLocks noChangeAspect="1"/>
          </p:cNvPicPr>
          <p:nvPr/>
        </p:nvPicPr>
        <p:blipFill>
          <a:blip r:embed="rId2"/>
          <a:srcRect l="8594" r="8594" t="0" b="0"/>
          <a:stretch/>
        </p:blipFill>
        <p:spPr>
          <a:xfrm>
            <a:off x="6601968" y="2240280"/>
            <a:ext cx="484632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42032" y="5696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065008" y="56967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ANIMATED CLIP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15000" y="3666744"/>
            <a:ext cx="74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Give Your Video a Voice and Music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narration makes the story clear. Music sets its emotional tone.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95144"/>
            <a:ext cx="5074920" cy="3108960"/>
          </a:xfrm>
          <a:prstGeom prst="roundRect">
            <a:avLst>
              <a:gd name="adj" fmla="val 4412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33472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🎙️  AI NARRATION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456432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“Too many tasks, too little time?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Meet SmartLife...”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53912" y="2295144"/>
            <a:ext cx="5230368" cy="3108960"/>
          </a:xfrm>
          <a:prstGeom prst="roundRect">
            <a:avLst>
              <a:gd name="adj" fmla="val 4412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2633472"/>
            <a:ext cx="47365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🎼  BACKGROUND MUSIC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37376" y="3410712"/>
            <a:ext cx="4489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Choose an uplifting, licensed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instrumental track. Keep 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softer than the narration.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IN ACTION  /  LEARN • CREATE • BUILD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5216" y="6464808"/>
            <a:ext cx="11000232" cy="0"/>
          </a:xfrm>
          <a:prstGeom prst="line">
            <a:avLst/>
          </a:prstGeom>
          <a:noFill/>
          <a:ln w="12700">
            <a:solidFill>
              <a:srgbClr val="3C5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BAC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7512" y="960120"/>
            <a:ext cx="10863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Assemble and Export the Finished Film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94944" y="16276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video clips, one closing title, a voice and background music.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SCENE 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81144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173955"/>
          </a:solidFill>
          <a:ln w="12700">
            <a:solidFill>
              <a:srgbClr val="1739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SCENE 2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348472" y="2478024"/>
            <a:ext cx="3429000" cy="1051560"/>
          </a:xfrm>
          <a:prstGeom prst="roundRect">
            <a:avLst>
              <a:gd name="adj" fmla="val 13043"/>
            </a:avLst>
          </a:prstGeom>
          <a:solidFill>
            <a:srgbClr val="22566B"/>
          </a:solidFill>
          <a:ln w="12700">
            <a:solidFill>
              <a:srgbClr val="22566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2743200"/>
            <a:ext cx="3072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CLOSING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05840" y="3986784"/>
            <a:ext cx="10104120" cy="438912"/>
          </a:xfrm>
          <a:prstGeom prst="roundRect">
            <a:avLst>
              <a:gd name="adj" fmla="val 31250"/>
            </a:avLst>
          </a:prstGeom>
          <a:solidFill>
            <a:srgbClr val="235A58"/>
          </a:solidFill>
          <a:ln w="12700">
            <a:solidFill>
              <a:srgbClr val="235A5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087368"/>
            <a:ext cx="9354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AI-GENERATED NARRATION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626864"/>
            <a:ext cx="10104120" cy="438912"/>
          </a:xfrm>
          <a:prstGeom prst="roundRect">
            <a:avLst>
              <a:gd name="adj" fmla="val 31250"/>
            </a:avLst>
          </a:prstGeom>
          <a:solidFill>
            <a:srgbClr val="6C5731"/>
          </a:solidFill>
          <a:ln w="12700">
            <a:solidFill>
              <a:srgbClr val="6C57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727448"/>
            <a:ext cx="9354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INSTRUMENTAL MUSIC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5669280"/>
            <a:ext cx="103052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ACA7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Canva editing timeline   →   Export MP4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dule_03_From_Scratch_Compact/LIVE_DEMO/Scene_03_Closing_Tit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997" cy="6858000"/>
          </a:xfrm>
          <a:prstGeom prst="rect">
            <a:avLst/>
          </a:prstGeom>
          <a:solidFill>
            <a:srgbClr val="071930">
              <a:alpha val="87000"/>
            </a:srgbClr>
          </a:solidFill>
          <a:ln w="12700">
            <a:solidFill>
              <a:srgbClr val="07193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22376" y="1472184"/>
            <a:ext cx="1068933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WITH IMAGINATION.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WITH RESPONSIBILITY.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804672" y="37581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FE8E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Consent • Copyright • Accurate claims • Human review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95528" y="5102352"/>
            <a:ext cx="6528816" cy="612648"/>
          </a:xfrm>
          <a:prstGeom prst="roundRect">
            <a:avLst>
              <a:gd name="adj" fmla="val 22388"/>
            </a:avLst>
          </a:prstGeom>
          <a:solidFill>
            <a:srgbClr val="17445A">
              <a:alpha val="90000"/>
            </a:srgbClr>
          </a:solidFill>
          <a:ln w="12700">
            <a:solidFill>
              <a:srgbClr val="1744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4984" y="5303520"/>
            <a:ext cx="6071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0D4D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NEXT  →  AI CAN HELP ME BUILD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AI Can Help Me Create</dc:title>
  <dc:subject>From scratch AI promotional video</dc:subject>
  <dc:creator>AI in Action</dc:creator>
  <cp:lastModifiedBy>AI in Action</cp:lastModifiedBy>
  <cp:revision>1</cp:revision>
  <dcterms:created xsi:type="dcterms:W3CDTF">2026-10-21T14:43:58Z</dcterms:created>
  <dcterms:modified xsi:type="dcterms:W3CDTF">2026-10-21T14:43:58Z</dcterms:modified>
</cp:coreProperties>
</file>