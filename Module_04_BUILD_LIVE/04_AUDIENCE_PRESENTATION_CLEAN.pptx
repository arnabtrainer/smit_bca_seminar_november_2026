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D9DB"/>
          </a:solidFill>
          <a:ln w="12700">
            <a:solidFill>
              <a:srgbClr val="6ED9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18872"/>
            <a:ext cx="4434840" cy="6309360"/>
          </a:xfrm>
          <a:prstGeom prst="ellipse">
            <a:avLst/>
          </a:prstGeom>
          <a:solidFill>
            <a:srgbClr val="243F7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594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C457F"/>
          </a:solidFill>
          <a:ln w="12700">
            <a:solidFill>
              <a:srgbClr val="2C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58368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" y="1325880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Build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AEF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 idea to a working application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331927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5E1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 •  Build  •  Test  •  Improve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3358B5"/>
          </a:solidFill>
          <a:ln w="12700">
            <a:solidFill>
              <a:srgbClr val="335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87368"/>
            <a:ext cx="20665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SMART PLANNER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" y="48737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app. Useful for study and work.</a:t>
            </a:r>
            <a:endParaRPr lang="en-US" sz="1800" dirty="0"/>
          </a:p>
        </p:txBody>
      </p:sp>
      <p:pic>
        <p:nvPicPr>
          <p:cNvPr id="12" name="Image 0" descr="/mnt/data/module4_mobil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05840"/>
            <a:ext cx="2743200" cy="4572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726680" y="5596128"/>
            <a:ext cx="3520440" cy="448056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573328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Practical, interactive demonstration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familiar problem. A useful idea.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software begins with a problem worth solving.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" y="1965960"/>
            <a:ext cx="5605272" cy="3319272"/>
          </a:xfrm>
          <a:prstGeom prst="roundRect">
            <a:avLst>
              <a:gd name="adj" fmla="val 4408"/>
            </a:avLst>
          </a:prstGeom>
          <a:solidFill>
            <a:srgbClr val="12264B"/>
          </a:solidFill>
          <a:ln w="12700">
            <a:solidFill>
              <a:srgbClr val="1226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14600"/>
            <a:ext cx="46817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have too many things to remember—and I need to know what matters next.”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51560" y="4581144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3053A0"/>
          </a:solidFill>
          <a:ln w="12700">
            <a:solidFill>
              <a:srgbClr val="305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4645152"/>
            <a:ext cx="1581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1965960"/>
            <a:ext cx="4965192" cy="3319272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322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an app do?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29900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97180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tasks and deadlines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0" y="3547872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361188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359359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priorities at a glance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0" y="4169664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423367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4215384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Celebrate visible progress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simple words to working software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define the outcome. AI can help assemble the first version.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2258568"/>
            <a:ext cx="2148840" cy="2313432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63347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13232" y="34655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3995928"/>
            <a:ext cx="1856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0048" y="31089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889504" y="2258568"/>
            <a:ext cx="2148840" cy="2313432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3347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✍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072384" y="34655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35808" y="3995928"/>
            <a:ext cx="1856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what it must 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1089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248656" y="2258568"/>
            <a:ext cx="2148840" cy="2313432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263347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431536" y="34655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94960" y="3995928"/>
            <a:ext cx="1856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an interactive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88352" y="31089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607808" y="2258568"/>
            <a:ext cx="2148840" cy="2313432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38744" y="263347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790688" y="34655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54112" y="3995928"/>
            <a:ext cx="1856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real behaviour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47504" y="31089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966960" y="2258568"/>
            <a:ext cx="2148840" cy="2313432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97896" y="263347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0149840" y="34655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113264" y="3995928"/>
            <a:ext cx="1856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through conversation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737360" y="5065776"/>
            <a:ext cx="8714232" cy="594360"/>
          </a:xfrm>
          <a:prstGeom prst="roundRect">
            <a:avLst>
              <a:gd name="adj" fmla="val 24615"/>
            </a:avLst>
          </a:prstGeom>
          <a:solidFill>
            <a:srgbClr val="E7EFFD"/>
          </a:solidFill>
          <a:ln w="12700">
            <a:solidFill>
              <a:srgbClr val="E7EF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5266944"/>
            <a:ext cx="8165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visually attractive screen is not enough: every feature must work.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project: My Smart Planner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inclusive tool for learners and professionals.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361188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8600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📝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545336" y="2221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management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679192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edit, complete and delete tasks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2011680"/>
            <a:ext cx="361188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28600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📅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04104" y="2221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Deadlines &amp; priority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13248" y="2679192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matters and when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03336" y="2011680"/>
            <a:ext cx="361188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228600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🎓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262872" y="2221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/ Work modes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72016" y="2679192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contexts, same app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3694176"/>
            <a:ext cx="361188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96849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📊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5336" y="3904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insights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436168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Totals, completion and overdue work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44568" y="3694176"/>
            <a:ext cx="361188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96849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🔎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5404104" y="3904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&amp; filter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13248" y="436168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right task quickly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03336" y="3694176"/>
            <a:ext cx="361188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396849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☾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9262872" y="3904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Personalisation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272016" y="436168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and light layouts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prompt is a mini product brief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stronger the specification, the easier the result is to test.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" y="1975104"/>
            <a:ext cx="7086600" cy="3520440"/>
          </a:xfrm>
          <a:prstGeom prst="roundRect">
            <a:avLst>
              <a:gd name="adj" fmla="val 4156"/>
            </a:avLst>
          </a:prstGeom>
          <a:solidFill>
            <a:srgbClr val="12264B"/>
          </a:solidFill>
          <a:ln w="12700">
            <a:solidFill>
              <a:srgbClr val="1226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95728"/>
            <a:ext cx="6263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interactive “My Smart Planner” app.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15568" y="3044952"/>
            <a:ext cx="6254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Allow task creation, editing and completion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429000"/>
            <a:ext cx="6254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Include deadlines, priorities and progress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813048"/>
            <a:ext cx="6254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Support Study and Work modes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4197096"/>
            <a:ext cx="6254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Make it responsive and accessible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4581144"/>
            <a:ext cx="6254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Show the WORKING app—not only code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83296" y="1975104"/>
            <a:ext cx="3401568" cy="352044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35915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0768" y="272491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designer + engineer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438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30768" y="3767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preview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30768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30768" y="4846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Testable behaviours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the working planner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responsive dashboard you can actually click and 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9281160" cy="4105656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pic>
        <p:nvPicPr>
          <p:cNvPr id="9" name="Image 0" descr="/mnt/data/module4_deskto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84248"/>
            <a:ext cx="8887968" cy="3822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59568" y="1965960"/>
            <a:ext cx="1143000" cy="3776472"/>
          </a:xfrm>
          <a:prstGeom prst="roundRect">
            <a:avLst>
              <a:gd name="adj" fmla="val 12800"/>
            </a:avLst>
          </a:prstGeom>
          <a:solidFill>
            <a:srgbClr val="12264B"/>
          </a:solidFill>
          <a:ln w="12700">
            <a:solidFill>
              <a:srgbClr val="1226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33888" y="237744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dirty="0">
                <a:solidFill>
                  <a:srgbClr val="6ED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10351008" y="3273552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351008" y="3685032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2D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351008" y="416052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2D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332720" y="453542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D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mockup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application, two different contexts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workflow adapts to study and work without rewriting the 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039112"/>
            <a:ext cx="5084064" cy="3364992"/>
          </a:xfrm>
          <a:prstGeom prst="roundRect">
            <a:avLst>
              <a:gd name="adj" fmla="val 4348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2039112"/>
            <a:ext cx="5074920" cy="3364992"/>
          </a:xfrm>
          <a:prstGeom prst="roundRect">
            <a:avLst>
              <a:gd name="adj" fmla="val 4348"/>
            </a:avLst>
          </a:prstGeom>
          <a:solidFill>
            <a:srgbClr val="E9F7F2"/>
          </a:solidFill>
          <a:ln w="12700">
            <a:solidFill>
              <a:srgbClr val="E9F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3957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🎓  Study mode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34440" y="3044952"/>
            <a:ext cx="4178808" cy="41148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1455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 Review a concept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34440" y="3602736"/>
            <a:ext cx="4178808" cy="41148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 Finish an assignment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4160520"/>
            <a:ext cx="4178808" cy="41148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2611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 Prepare a presentation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02552" y="2395728"/>
            <a:ext cx="4242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💼  Work mode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702552" y="3044952"/>
            <a:ext cx="4178808" cy="41148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145536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 Prioritise a project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02552" y="3602736"/>
            <a:ext cx="4178808" cy="41148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703320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 Prepare a client update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02552" y="4160520"/>
            <a:ext cx="4178808" cy="41148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261104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 Document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progress changes as you work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software makes its calculations visible and verifiable.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15568" y="2258568"/>
            <a:ext cx="24231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496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371600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2258568"/>
            <a:ext cx="24231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2496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70832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14032" y="2258568"/>
            <a:ext cx="24231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0064" y="2496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70064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06424" y="4206240"/>
            <a:ext cx="9646920" cy="1097280"/>
          </a:xfrm>
          <a:prstGeom prst="roundRect">
            <a:avLst>
              <a:gd name="adj" fmla="val 13333"/>
            </a:avLst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36192" y="4535424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one more task → 2 out of 4 completed → 50% progress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before you trust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beautiful interface must still behave correctly.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1993392"/>
            <a:ext cx="539496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258568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322576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91056" y="2276856"/>
            <a:ext cx="4215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and edit a task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83096" y="1993392"/>
            <a:ext cx="539496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3408" y="2258568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2322576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276856"/>
            <a:ext cx="4215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a completed task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" y="3163824"/>
            <a:ext cx="539496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3429000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49300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91056" y="3447288"/>
            <a:ext cx="4215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between modes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83096" y="3163824"/>
            <a:ext cx="539496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3408" y="3429000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349300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3447288"/>
            <a:ext cx="4215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an empty title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58952" y="4334256"/>
            <a:ext cx="539496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" y="4599432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6634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91056" y="4617720"/>
            <a:ext cx="4215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overdue tasks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83096" y="4334256"/>
            <a:ext cx="539496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3408" y="4599432"/>
            <a:ext cx="420624" cy="292608"/>
          </a:xfrm>
          <a:prstGeom prst="roundRect">
            <a:avLst>
              <a:gd name="adj" fmla="val 50000"/>
            </a:avLst>
          </a:prstGeom>
          <a:solidFill>
            <a:srgbClr val="E5F7F0"/>
          </a:solidFill>
          <a:ln w="12700">
            <a:solidFill>
              <a:srgbClr val="E5F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46634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4215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saved-data behaviour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follow-up prompt can improve the app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enhancement at a time. Re-test the original features.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048256"/>
            <a:ext cx="6976872" cy="3255264"/>
          </a:xfrm>
          <a:prstGeom prst="roundRect">
            <a:avLst>
              <a:gd name="adj" fmla="val 4494"/>
            </a:avLst>
          </a:prstGeom>
          <a:solidFill>
            <a:srgbClr val="12264B"/>
          </a:solidFill>
          <a:ln w="12700">
            <a:solidFill>
              <a:srgbClr val="1226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624328"/>
            <a:ext cx="608990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“Add a dark mode and show a celebration when all tasks are completed. Keep every existing feature working.”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074152" y="2048256"/>
            <a:ext cx="3310128" cy="325526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2441448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Iterate safely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58200" y="3099816"/>
            <a:ext cx="420624" cy="420624"/>
          </a:xfrm>
          <a:prstGeom prst="ellipse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1866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6840" y="31912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thing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58200" y="3675888"/>
            <a:ext cx="420624" cy="420624"/>
          </a:xfrm>
          <a:prstGeom prst="ellipse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76275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37673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change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58200" y="4251960"/>
            <a:ext cx="420624" cy="420624"/>
          </a:xfrm>
          <a:prstGeom prst="ellipse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433882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old features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5CDA"/>
          </a:solidFill>
          <a:ln w="12700">
            <a:solidFill>
              <a:srgbClr val="325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5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· AI CAN HELP ME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7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" y="6419088"/>
            <a:ext cx="10972800" cy="0"/>
          </a:xfrm>
          <a:prstGeom prst="line">
            <a:avLst/>
          </a:prstGeom>
          <a:noFill/>
          <a:ln w="12700">
            <a:solidFill>
              <a:srgbClr val="E4EB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94944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responsibly. Know the limits.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30936" y="13350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demo can be impressive without pretending to be production-ready.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066544"/>
            <a:ext cx="5221224" cy="3118104"/>
          </a:xfrm>
          <a:prstGeom prst="roundRect">
            <a:avLst>
              <a:gd name="adj" fmla="val 4692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4144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6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What our demo does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70432" y="30906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Runs in a browser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70432" y="348386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Manages tasks and progress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38770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Offers local JSON backup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70432" y="42702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Works without paid APIs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54496" y="2066544"/>
            <a:ext cx="5129784" cy="3118104"/>
          </a:xfrm>
          <a:prstGeom prst="roundRect">
            <a:avLst>
              <a:gd name="adj" fmla="val 4692"/>
            </a:avLst>
          </a:prstGeom>
          <a:solidFill>
            <a:srgbClr val="FCEEF0"/>
          </a:solidFill>
          <a:ln w="12700">
            <a:solidFill>
              <a:srgbClr val="FCE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41448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B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  What it does NOT do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656832" y="309067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Sync between devices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56832" y="3483864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Send real notifications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56832" y="3877056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Call AI for every task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56832" y="4270248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 production testing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093976" y="5577840"/>
            <a:ext cx="8001000" cy="539496"/>
          </a:xfrm>
          <a:prstGeom prst="roundRect">
            <a:avLst>
              <a:gd name="adj" fmla="val 27119"/>
            </a:avLst>
          </a:prstGeom>
          <a:solidFill>
            <a:srgbClr val="E4EDFF"/>
          </a:solidFill>
          <a:ln w="12700">
            <a:solidFill>
              <a:srgbClr val="E4E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5724144"/>
            <a:ext cx="7479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accelerates the first draft. People make it reliable.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ED9DB"/>
          </a:solidFill>
          <a:ln w="12700">
            <a:solidFill>
              <a:srgbClr val="6ED9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" y="7223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D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HAVE NOW SEEN…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1444752"/>
            <a:ext cx="10012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Learn. Create. Build.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832104" y="2468880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D5E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ways AI can turn curiosity into meaningful work.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59536" y="3831336"/>
            <a:ext cx="2642616" cy="1042416"/>
          </a:xfrm>
          <a:prstGeom prst="roundRect">
            <a:avLst>
              <a:gd name="adj" fmla="val 14035"/>
            </a:avLst>
          </a:prstGeom>
          <a:solidFill>
            <a:srgbClr val="2C4479"/>
          </a:solidFill>
          <a:ln w="12700">
            <a:solidFill>
              <a:srgbClr val="2C44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224528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 Describe your idea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03320" y="3831336"/>
            <a:ext cx="2642616" cy="1042416"/>
          </a:xfrm>
          <a:prstGeom prst="roundRect">
            <a:avLst>
              <a:gd name="adj" fmla="val 14035"/>
            </a:avLst>
          </a:prstGeom>
          <a:solidFill>
            <a:srgbClr val="2C4479"/>
          </a:solidFill>
          <a:ln w="12700">
            <a:solidFill>
              <a:srgbClr val="2C44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4224528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🧩 Build a prototype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47104" y="3831336"/>
            <a:ext cx="2642616" cy="1042416"/>
          </a:xfrm>
          <a:prstGeom prst="roundRect">
            <a:avLst>
              <a:gd name="adj" fmla="val 14035"/>
            </a:avLst>
          </a:prstGeom>
          <a:solidFill>
            <a:srgbClr val="2C4479"/>
          </a:solidFill>
          <a:ln w="12700">
            <a:solidFill>
              <a:srgbClr val="2C44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224528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🧪 Test the result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90888" y="3831336"/>
            <a:ext cx="2642616" cy="1042416"/>
          </a:xfrm>
          <a:prstGeom prst="roundRect">
            <a:avLst>
              <a:gd name="adj" fmla="val 14035"/>
            </a:avLst>
          </a:prstGeom>
          <a:solidFill>
            <a:srgbClr val="2C4479"/>
          </a:solidFill>
          <a:ln w="12700">
            <a:solidFill>
              <a:srgbClr val="2C44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7464" y="4224528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🚀 Improve with feedback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" y="566013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ED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Reflect • Quiz • Feedback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Working Application</dc:title>
  <dc:subject>Module 4 — AI Can Help Me Build</dc:subject>
  <dc:creator>AI in Action</dc:creator>
  <cp:lastModifiedBy>AI in Action</cp:lastModifiedBy>
  <cp:revision>1</cp:revision>
  <dcterms:created xsi:type="dcterms:W3CDTF">2026-10-22T03:19:38Z</dcterms:created>
  <dcterms:modified xsi:type="dcterms:W3CDTF">2026-10-22T03:19:38Z</dcterms:modified>
</cp:coreProperties>
</file>